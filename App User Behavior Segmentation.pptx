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82" r:id="rId17"/>
    <p:sldId id="276" r:id="rId18"/>
    <p:sldId id="277" r:id="rId19"/>
    <p:sldId id="283" r:id="rId20"/>
    <p:sldId id="278" r:id="rId21"/>
    <p:sldId id="279" r:id="rId22"/>
    <p:sldId id="280" r:id="rId23"/>
    <p:sldId id="281" r:id="rId24"/>
    <p:sldId id="284" r:id="rId25"/>
    <p:sldId id="28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7464E-B00A-4922-BA25-DDA350B9F63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9D3A1-D658-4595-B822-8AC5FD2139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7464E-B00A-4922-BA25-DDA350B9F63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9D3A1-D658-4595-B822-8AC5FD2139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7464E-B00A-4922-BA25-DDA350B9F63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9D3A1-D658-4595-B822-8AC5FD2139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7464E-B00A-4922-BA25-DDA350B9F63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9D3A1-D658-4595-B822-8AC5FD2139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7464E-B00A-4922-BA25-DDA350B9F63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9D3A1-D658-4595-B822-8AC5FD2139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7464E-B00A-4922-BA25-DDA350B9F63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9D3A1-D658-4595-B822-8AC5FD2139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7464E-B00A-4922-BA25-DDA350B9F63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9D3A1-D658-4595-B822-8AC5FD2139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7464E-B00A-4922-BA25-DDA350B9F63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9D3A1-D658-4595-B822-8AC5FD2139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7464E-B00A-4922-BA25-DDA350B9F63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9D3A1-D658-4595-B822-8AC5FD2139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7464E-B00A-4922-BA25-DDA350B9F63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9D3A1-D658-4595-B822-8AC5FD2139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7464E-B00A-4922-BA25-DDA350B9F63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9D3A1-D658-4595-B822-8AC5FD2139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7464E-B00A-4922-BA25-DDA350B9F63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9D3A1-D658-4595-B822-8AC5FD2139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2132856"/>
            <a:ext cx="7772400" cy="1470025"/>
          </a:xfrm>
        </p:spPr>
        <p:txBody>
          <a:bodyPr/>
          <a:lstStyle/>
          <a:p>
            <a:r>
              <a:rPr lang="en-US" dirty="0" smtClean="0"/>
              <a:t>App User Behavior Segmentation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                                                 </a:t>
            </a:r>
            <a:r>
              <a:rPr lang="en-US" dirty="0" err="1" smtClean="0"/>
              <a:t>G.Vidhya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Modern apps have thousands of users</a:t>
            </a:r>
          </a:p>
          <a:p>
            <a:r>
              <a:rPr lang="en-US" dirty="0" smtClean="0"/>
              <a:t>Difficult to understand user behavior manually</a:t>
            </a:r>
          </a:p>
          <a:p>
            <a:r>
              <a:rPr lang="en-US" dirty="0" smtClean="0"/>
              <a:t>Need to segment users based on activity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Segment users into meaningful groups</a:t>
            </a:r>
          </a:p>
          <a:p>
            <a:r>
              <a:rPr lang="en-US" dirty="0" smtClean="0"/>
              <a:t>Identify:</a:t>
            </a:r>
          </a:p>
          <a:p>
            <a:pPr lvl="1"/>
            <a:r>
              <a:rPr lang="en-US" dirty="0" smtClean="0"/>
              <a:t>High engagement users</a:t>
            </a:r>
          </a:p>
          <a:p>
            <a:pPr lvl="1"/>
            <a:r>
              <a:rPr lang="en-US" dirty="0" smtClean="0"/>
              <a:t>Low engagement users</a:t>
            </a:r>
          </a:p>
          <a:p>
            <a:pPr lvl="1"/>
            <a:r>
              <a:rPr lang="en-US" dirty="0" smtClean="0"/>
              <a:t>At-risk users</a:t>
            </a:r>
          </a:p>
          <a:p>
            <a:r>
              <a:rPr lang="en-US" dirty="0" smtClean="0"/>
              <a:t>Support business decisions using data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Dataset contains user activity data</a:t>
            </a:r>
          </a:p>
          <a:p>
            <a:r>
              <a:rPr lang="en-US" dirty="0" smtClean="0"/>
              <a:t>Number of records:50000</a:t>
            </a:r>
          </a:p>
          <a:p>
            <a:r>
              <a:rPr lang="en-US" b="1" dirty="0" smtClean="0"/>
              <a:t>Important Features:</a:t>
            </a:r>
            <a:endParaRPr lang="en-US" dirty="0" smtClean="0"/>
          </a:p>
          <a:p>
            <a:r>
              <a:rPr lang="en-US" dirty="0" err="1" smtClean="0"/>
              <a:t>sessions_per_week</a:t>
            </a:r>
            <a:endParaRPr lang="en-US" dirty="0" smtClean="0"/>
          </a:p>
          <a:p>
            <a:r>
              <a:rPr lang="en-US" dirty="0" err="1" smtClean="0"/>
              <a:t>daily_active_minutes</a:t>
            </a:r>
            <a:endParaRPr lang="en-US" dirty="0" smtClean="0"/>
          </a:p>
          <a:p>
            <a:r>
              <a:rPr lang="en-US" dirty="0" err="1" smtClean="0"/>
              <a:t>engagement_score</a:t>
            </a:r>
            <a:endParaRPr lang="en-US" dirty="0" smtClean="0"/>
          </a:p>
          <a:p>
            <a:r>
              <a:rPr lang="en-US" dirty="0" err="1" smtClean="0"/>
              <a:t>churn_risk_score</a:t>
            </a:r>
            <a:endParaRPr lang="en-US" dirty="0" smtClean="0"/>
          </a:p>
          <a:p>
            <a:r>
              <a:rPr lang="en-US" dirty="0" err="1" smtClean="0"/>
              <a:t>feature_clicks_per_session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Removed unnecessary columns:</a:t>
            </a:r>
            <a:endParaRPr lang="en-US" sz="2800" dirty="0"/>
          </a:p>
          <a:p>
            <a:pPr lvl="1"/>
            <a:r>
              <a:rPr lang="en-US" dirty="0" err="1"/>
              <a:t>user_id</a:t>
            </a:r>
            <a:endParaRPr lang="en-US" sz="2400" dirty="0"/>
          </a:p>
          <a:p>
            <a:pPr lvl="1"/>
            <a:r>
              <a:rPr lang="en-US" dirty="0" err="1"/>
              <a:t>app_version</a:t>
            </a:r>
            <a:endParaRPr lang="en-US" sz="2400" dirty="0"/>
          </a:p>
          <a:p>
            <a:pPr lvl="0"/>
            <a:r>
              <a:rPr lang="en-US" dirty="0"/>
              <a:t>Handled missing values</a:t>
            </a:r>
            <a:endParaRPr lang="en-US" sz="2800" dirty="0"/>
          </a:p>
          <a:p>
            <a:pPr lvl="0"/>
            <a:r>
              <a:rPr lang="en-US" dirty="0"/>
              <a:t>Selected important features for clustering</a:t>
            </a:r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Applied </a:t>
            </a:r>
            <a:r>
              <a:rPr lang="en-US" dirty="0" err="1"/>
              <a:t>StandardScaler</a:t>
            </a:r>
            <a:endParaRPr lang="en-US" dirty="0"/>
          </a:p>
          <a:p>
            <a:pPr lvl="0"/>
            <a:r>
              <a:rPr lang="en-US" dirty="0"/>
              <a:t>Ensures all features are on same scale</a:t>
            </a:r>
          </a:p>
          <a:p>
            <a:r>
              <a:rPr lang="en-US" b="1" dirty="0"/>
              <a:t>Why important?</a:t>
            </a:r>
            <a:endParaRPr lang="en-US" dirty="0"/>
          </a:p>
          <a:p>
            <a:pPr lvl="0"/>
            <a:r>
              <a:rPr lang="en-US" dirty="0"/>
              <a:t>Clustering is distance-based</a:t>
            </a:r>
          </a:p>
          <a:p>
            <a:pPr lvl="0"/>
            <a:r>
              <a:rPr lang="en-US" dirty="0"/>
              <a:t>Prevents bias from large values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Applied </a:t>
            </a:r>
            <a:r>
              <a:rPr lang="en-US" b="1" dirty="0"/>
              <a:t>K-Means clustering</a:t>
            </a:r>
            <a:endParaRPr lang="en-US" dirty="0"/>
          </a:p>
          <a:p>
            <a:pPr lvl="0"/>
            <a:r>
              <a:rPr lang="en-US" dirty="0"/>
              <a:t>Number of clusters: 4</a:t>
            </a:r>
          </a:p>
          <a:p>
            <a:r>
              <a:rPr lang="en-US" b="1" dirty="0"/>
              <a:t>Steps:</a:t>
            </a:r>
            <a:endParaRPr lang="en-US" dirty="0"/>
          </a:p>
          <a:p>
            <a:pPr lvl="0"/>
            <a:r>
              <a:rPr lang="en-US" dirty="0"/>
              <a:t>Initialize </a:t>
            </a:r>
            <a:r>
              <a:rPr lang="en-US" dirty="0" err="1"/>
              <a:t>centroids</a:t>
            </a:r>
            <a:endParaRPr lang="en-US" dirty="0"/>
          </a:p>
          <a:p>
            <a:pPr lvl="0"/>
            <a:r>
              <a:rPr lang="en-US" dirty="0"/>
              <a:t>Assign points</a:t>
            </a:r>
          </a:p>
          <a:p>
            <a:pPr lvl="0"/>
            <a:r>
              <a:rPr lang="en-US" dirty="0"/>
              <a:t>Update </a:t>
            </a:r>
            <a:r>
              <a:rPr lang="en-US" dirty="0" err="1"/>
              <a:t>centroids</a:t>
            </a:r>
            <a:endParaRPr lang="en-US" dirty="0"/>
          </a:p>
          <a:p>
            <a:r>
              <a:rPr lang="en-US" dirty="0"/>
              <a:t>Repeat until convergence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Elbow Method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2708920"/>
            <a:ext cx="4752528" cy="33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83568" y="1700808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Used Elbow Method to find optimal clusters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Selected K = 4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Cluster Results (</a:t>
            </a:r>
            <a:r>
              <a:rPr lang="en-US" b="1" dirty="0" err="1"/>
              <a:t>KMeans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Users divided into 4 clusters</a:t>
            </a:r>
            <a:endParaRPr lang="en-US" sz="2800" dirty="0"/>
          </a:p>
          <a:p>
            <a:pPr lvl="0"/>
            <a:r>
              <a:rPr lang="en-US" dirty="0"/>
              <a:t>Categories assigned:</a:t>
            </a:r>
            <a:endParaRPr lang="en-US" sz="2800" dirty="0"/>
          </a:p>
          <a:p>
            <a:pPr lvl="1"/>
            <a:r>
              <a:rPr lang="en-US" dirty="0"/>
              <a:t>High Users</a:t>
            </a:r>
            <a:endParaRPr lang="en-US" sz="2400" dirty="0"/>
          </a:p>
          <a:p>
            <a:pPr lvl="1"/>
            <a:r>
              <a:rPr lang="en-US" dirty="0"/>
              <a:t>Moderate Users</a:t>
            </a:r>
            <a:endParaRPr lang="en-US" sz="2400" dirty="0"/>
          </a:p>
          <a:p>
            <a:pPr lvl="1"/>
            <a:r>
              <a:rPr lang="en-US" dirty="0"/>
              <a:t>Low Users</a:t>
            </a:r>
            <a:endParaRPr lang="en-US" sz="2400" dirty="0"/>
          </a:p>
          <a:p>
            <a:pPr lvl="1"/>
            <a:r>
              <a:rPr lang="en-US" dirty="0"/>
              <a:t>Occasional Users</a:t>
            </a:r>
            <a:endParaRPr lang="en-US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PCA Visualization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3140968"/>
            <a:ext cx="4089138" cy="3340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899592" y="1556792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0" lang="en-US" sz="28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Used </a:t>
            </a:r>
            <a:r>
              <a:rPr kumimoji="0" lang="en-US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Principal Component Analysis</a:t>
            </a:r>
            <a:endParaRPr kumimoji="0" lang="en-US" sz="105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Purpose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: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Reduce dimensions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Visualize clusters in 2D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Cluster Evaluation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Used </a:t>
            </a:r>
            <a:r>
              <a:rPr lang="en-US" b="1" dirty="0"/>
              <a:t>Silhouette Score</a:t>
            </a:r>
            <a:endParaRPr lang="en-US" dirty="0"/>
          </a:p>
          <a:p>
            <a:r>
              <a:rPr lang="en-US" b="1" dirty="0"/>
              <a:t>Result:</a:t>
            </a:r>
            <a:endParaRPr lang="en-US" dirty="0"/>
          </a:p>
          <a:p>
            <a:pPr lvl="0"/>
            <a:r>
              <a:rPr lang="en-US" dirty="0"/>
              <a:t>Score ≈ 0.04</a:t>
            </a:r>
          </a:p>
          <a:p>
            <a:r>
              <a:rPr lang="en-US" b="1" dirty="0"/>
              <a:t>Interpretation:</a:t>
            </a:r>
            <a:endParaRPr lang="en-US" dirty="0"/>
          </a:p>
          <a:p>
            <a:pPr lvl="0"/>
            <a:r>
              <a:rPr lang="en-US" dirty="0"/>
              <a:t>Clusters are weak</a:t>
            </a:r>
          </a:p>
          <a:p>
            <a:pPr lvl="0"/>
            <a:r>
              <a:rPr lang="en-US" dirty="0"/>
              <a:t>Users have similar behavior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DBSCAN Clustering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Applied </a:t>
            </a:r>
            <a:r>
              <a:rPr lang="en-US" b="1" dirty="0"/>
              <a:t>DBSCAN</a:t>
            </a:r>
            <a:endParaRPr lang="en-US" dirty="0"/>
          </a:p>
          <a:p>
            <a:r>
              <a:rPr lang="en-US" b="1" dirty="0"/>
              <a:t>Result:</a:t>
            </a:r>
            <a:endParaRPr lang="en-US" dirty="0"/>
          </a:p>
          <a:p>
            <a:pPr lvl="0"/>
            <a:r>
              <a:rPr lang="en-US" dirty="0"/>
              <a:t>All points labeled as -1 (noise)</a:t>
            </a:r>
          </a:p>
          <a:p>
            <a:r>
              <a:rPr lang="en-US" b="1" dirty="0"/>
              <a:t>Conclusion:</a:t>
            </a:r>
            <a:endParaRPr lang="en-US" dirty="0"/>
          </a:p>
          <a:p>
            <a:pPr lvl="0"/>
            <a:r>
              <a:rPr lang="en-US" dirty="0"/>
              <a:t>No dense clusters found</a:t>
            </a:r>
          </a:p>
          <a:p>
            <a:pPr lvl="0"/>
            <a:r>
              <a:rPr lang="en-US" dirty="0"/>
              <a:t>User behavior is evenly distributed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Users show similar engagement patterns</a:t>
            </a:r>
          </a:p>
          <a:p>
            <a:pPr lvl="0"/>
            <a:r>
              <a:rPr lang="en-US" dirty="0"/>
              <a:t>No strong separation between groups</a:t>
            </a:r>
          </a:p>
          <a:p>
            <a:r>
              <a:rPr lang="en-US" dirty="0"/>
              <a:t>Clustering still helps in segmentation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Identify high-value users for loyalty programs</a:t>
            </a:r>
          </a:p>
          <a:p>
            <a:pPr lvl="0"/>
            <a:r>
              <a:rPr lang="en-US" dirty="0"/>
              <a:t>Detect at-risk users for retention</a:t>
            </a:r>
          </a:p>
          <a:p>
            <a:pPr lvl="0"/>
            <a:r>
              <a:rPr lang="en-US" dirty="0"/>
              <a:t>Improve engagement strategies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Analytical Task</a:t>
            </a:r>
            <a:endParaRPr 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8917" y="1886468"/>
            <a:ext cx="5306166" cy="3953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User_Category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Low Users 18806 </a:t>
            </a:r>
          </a:p>
          <a:p>
            <a:r>
              <a:rPr lang="en-US" dirty="0" smtClean="0"/>
              <a:t>Moderate Users 12283 </a:t>
            </a:r>
          </a:p>
          <a:p>
            <a:r>
              <a:rPr lang="en-US" dirty="0" smtClean="0"/>
              <a:t>High Users 10663 </a:t>
            </a:r>
          </a:p>
          <a:p>
            <a:r>
              <a:rPr lang="en-US" dirty="0" smtClean="0"/>
              <a:t>Occasional Users 8248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8983" y="1600200"/>
            <a:ext cx="578603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2285" y="1910284"/>
            <a:ext cx="5039429" cy="390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Similar engagement across all clusters</a:t>
            </a:r>
            <a:endParaRPr lang="en-US" dirty="0" smtClean="0"/>
          </a:p>
          <a:p>
            <a:r>
              <a:rPr lang="en-US" dirty="0" smtClean="0"/>
              <a:t>Spread (variation) is also similar</a:t>
            </a:r>
          </a:p>
          <a:p>
            <a:r>
              <a:rPr lang="en-US" b="1" dirty="0" smtClean="0"/>
              <a:t>Presence of low outliers in all clusters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Behavior Analysis</a:t>
            </a:r>
            <a:endParaRPr lang="en-US" dirty="0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9938" y="1600200"/>
            <a:ext cx="726412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Value User</a:t>
            </a:r>
            <a:endParaRPr lang="en-US" dirty="0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4193" y="1600200"/>
            <a:ext cx="657561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User</a:t>
            </a:r>
            <a:endParaRPr lang="en-US" dirty="0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8139" y="1600200"/>
            <a:ext cx="5567722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Moderate User</a:t>
            </a:r>
            <a:endParaRPr lang="en-US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8771" y="1600200"/>
            <a:ext cx="5146457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Clustering helps understand user behavior</a:t>
            </a:r>
          </a:p>
          <a:p>
            <a:r>
              <a:rPr lang="en-US" dirty="0" err="1" smtClean="0"/>
              <a:t>Kmeans</a:t>
            </a:r>
            <a:r>
              <a:rPr lang="en-US" dirty="0" smtClean="0"/>
              <a:t> worked for this dataset </a:t>
            </a:r>
          </a:p>
          <a:p>
            <a:pPr lvl="0"/>
            <a:r>
              <a:rPr lang="en-US" dirty="0"/>
              <a:t>DBSCAN not suitable for this dataset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19672" y="2780928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                         </a:t>
                      </a:r>
                      <a:r>
                        <a:rPr lang="en-US" sz="2400" dirty="0" smtClean="0"/>
                        <a:t>Thank</a:t>
                      </a:r>
                      <a:r>
                        <a:rPr lang="en-US" sz="2400" baseline="0" dirty="0" smtClean="0"/>
                        <a:t> You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8583</TotalTime>
  <Words>314</Words>
  <Application>Microsoft Office PowerPoint</Application>
  <PresentationFormat>On-screen Show (4:3)</PresentationFormat>
  <Paragraphs>99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App User Behavior Segmentation</vt:lpstr>
      <vt:lpstr>Problem Statement</vt:lpstr>
      <vt:lpstr>Project Objectives</vt:lpstr>
      <vt:lpstr>Dataset Overview</vt:lpstr>
      <vt:lpstr>Data Preprocessing</vt:lpstr>
      <vt:lpstr>Feature Scaling</vt:lpstr>
      <vt:lpstr>K-Means Clustering</vt:lpstr>
      <vt:lpstr>Elbow Method</vt:lpstr>
      <vt:lpstr>Cluster Results (KMeans)</vt:lpstr>
      <vt:lpstr>PCA Visualization</vt:lpstr>
      <vt:lpstr>Cluster Evaluation</vt:lpstr>
      <vt:lpstr>DBSCAN Clustering </vt:lpstr>
      <vt:lpstr>Key Insights</vt:lpstr>
      <vt:lpstr>Business Insights</vt:lpstr>
      <vt:lpstr>Analytical Task</vt:lpstr>
      <vt:lpstr> User_Category  </vt:lpstr>
      <vt:lpstr>Slide 17</vt:lpstr>
      <vt:lpstr>Slide 18</vt:lpstr>
      <vt:lpstr>Slide 19</vt:lpstr>
      <vt:lpstr>Behavior Analysis</vt:lpstr>
      <vt:lpstr>High Value User</vt:lpstr>
      <vt:lpstr>Risk User</vt:lpstr>
      <vt:lpstr>Moderate User</vt:lpstr>
      <vt:lpstr>Conclusion</vt:lpstr>
      <vt:lpstr>Slide 25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User Behavior Segmentation</dc:title>
  <dc:creator>DELL</dc:creator>
  <cp:lastModifiedBy>DELL</cp:lastModifiedBy>
  <cp:revision>3</cp:revision>
  <dcterms:created xsi:type="dcterms:W3CDTF">2026-03-17T04:50:51Z</dcterms:created>
  <dcterms:modified xsi:type="dcterms:W3CDTF">2026-03-23T03:53:57Z</dcterms:modified>
</cp:coreProperties>
</file>